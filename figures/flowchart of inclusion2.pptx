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/>
    <p:restoredTop sz="94576"/>
  </p:normalViewPr>
  <p:slideViewPr>
    <p:cSldViewPr snapToGrid="0">
      <p:cViewPr>
        <p:scale>
          <a:sx n="186" d="100"/>
          <a:sy n="186" d="100"/>
        </p:scale>
        <p:origin x="25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1D4E8-02B5-0142-ACB2-473255E87CF6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B7B0D-ACF6-1C4C-BA50-A239E50251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5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B7B0D-ACF6-1C4C-BA50-A239E502513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40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86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39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24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0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54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04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0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60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22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5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68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3737-60D1-4841-95DC-DD4E7A21E79D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5EFED-6B16-CD4A-A2C3-C15E44C905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8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182116-80E2-B4F3-48EE-EFCC900D3BF0}"/>
              </a:ext>
            </a:extLst>
          </p:cNvPr>
          <p:cNvSpPr/>
          <p:nvPr/>
        </p:nvSpPr>
        <p:spPr>
          <a:xfrm>
            <a:off x="215545" y="1912428"/>
            <a:ext cx="1178668" cy="467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 from the </a:t>
            </a:r>
            <a:r>
              <a:rPr lang="en-AU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ImVesPerSE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1425E-9059-9FD5-EE35-391FD2106312}"/>
              </a:ext>
            </a:extLst>
          </p:cNvPr>
          <p:cNvSpPr/>
          <p:nvPr/>
        </p:nvSpPr>
        <p:spPr>
          <a:xfrm>
            <a:off x="1834362" y="2537998"/>
            <a:ext cx="1019015" cy="688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76DF7-043F-B8CA-DE5D-0C3EF8E24754}"/>
              </a:ext>
            </a:extLst>
          </p:cNvPr>
          <p:cNvSpPr/>
          <p:nvPr/>
        </p:nvSpPr>
        <p:spPr>
          <a:xfrm>
            <a:off x="215545" y="3556161"/>
            <a:ext cx="2467263" cy="3127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participants included 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660)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B6BA4B6-6CFC-E1DD-38C7-F25F4FDF89AE}"/>
              </a:ext>
            </a:extLst>
          </p:cNvPr>
          <p:cNvCxnSpPr>
            <a:cxnSpLocks/>
          </p:cNvCxnSpPr>
          <p:nvPr/>
        </p:nvCxnSpPr>
        <p:spPr>
          <a:xfrm>
            <a:off x="1306372" y="2380204"/>
            <a:ext cx="0" cy="1174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D48A6DA-C02B-35D7-9581-EE301654A660}"/>
              </a:ext>
            </a:extLst>
          </p:cNvPr>
          <p:cNvCxnSpPr>
            <a:cxnSpLocks/>
          </p:cNvCxnSpPr>
          <p:nvPr/>
        </p:nvCxnSpPr>
        <p:spPr>
          <a:xfrm>
            <a:off x="1589924" y="2882422"/>
            <a:ext cx="2444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D5C2EBF-D874-F6A7-F0BC-25B828D4D4D7}"/>
              </a:ext>
            </a:extLst>
          </p:cNvPr>
          <p:cNvSpPr/>
          <p:nvPr/>
        </p:nvSpPr>
        <p:spPr>
          <a:xfrm>
            <a:off x="1504146" y="1912428"/>
            <a:ext cx="1178668" cy="467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 from the PERSOCOR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E0AA0D3-64CB-5A88-B115-647B1EBAC455}"/>
              </a:ext>
            </a:extLst>
          </p:cNvPr>
          <p:cNvCxnSpPr>
            <a:cxnSpLocks/>
          </p:cNvCxnSpPr>
          <p:nvPr/>
        </p:nvCxnSpPr>
        <p:spPr>
          <a:xfrm>
            <a:off x="1589924" y="2380204"/>
            <a:ext cx="0" cy="11745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5798FB2-AA7D-099D-AC45-8F18019711DE}"/>
              </a:ext>
            </a:extLst>
          </p:cNvPr>
          <p:cNvSpPr/>
          <p:nvPr/>
        </p:nvSpPr>
        <p:spPr>
          <a:xfrm flipH="1">
            <a:off x="38150" y="2537998"/>
            <a:ext cx="1019015" cy="688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9AC563A-E2BF-B440-3269-EACC1E7C36B5}"/>
              </a:ext>
            </a:extLst>
          </p:cNvPr>
          <p:cNvCxnSpPr>
            <a:cxnSpLocks/>
          </p:cNvCxnSpPr>
          <p:nvPr/>
        </p:nvCxnSpPr>
        <p:spPr>
          <a:xfrm flipH="1">
            <a:off x="1061934" y="2882422"/>
            <a:ext cx="2444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27">
            <a:extLst>
              <a:ext uri="{FF2B5EF4-FFF2-40B4-BE49-F238E27FC236}">
                <a16:creationId xmlns:a16="http://schemas.microsoft.com/office/drawing/2014/main" id="{7BC325BA-C72E-3200-BA30-4F01926E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44" y="1852932"/>
            <a:ext cx="3844628" cy="20620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AAE3C92B-9A8E-28E2-61C5-D7E1189CEDB7}"/>
              </a:ext>
            </a:extLst>
          </p:cNvPr>
          <p:cNvSpPr txBox="1"/>
          <p:nvPr/>
        </p:nvSpPr>
        <p:spPr>
          <a:xfrm>
            <a:off x="-51978" y="1739486"/>
            <a:ext cx="3307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a                                                                   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EC95F9-1E90-110E-1E3C-3EFDFC29E554}"/>
              </a:ext>
            </a:extLst>
          </p:cNvPr>
          <p:cNvSpPr/>
          <p:nvPr/>
        </p:nvSpPr>
        <p:spPr>
          <a:xfrm>
            <a:off x="1712143" y="3755244"/>
            <a:ext cx="1178668" cy="467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 from the VESTICOR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AD6A4E-3842-BFE8-3F06-E4E8D070BC50}"/>
              </a:ext>
            </a:extLst>
          </p:cNvPr>
          <p:cNvSpPr/>
          <p:nvPr/>
        </p:nvSpPr>
        <p:spPr>
          <a:xfrm>
            <a:off x="204226" y="5119227"/>
            <a:ext cx="687674" cy="3735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ImVesPerSE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254C2D-BC29-C145-9CF6-AAF6645BACFA}"/>
              </a:ext>
            </a:extLst>
          </p:cNvPr>
          <p:cNvSpPr/>
          <p:nvPr/>
        </p:nvSpPr>
        <p:spPr>
          <a:xfrm>
            <a:off x="204226" y="6497182"/>
            <a:ext cx="2549428" cy="3127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participants included 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660)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E462098-1EA2-F054-F513-CE9B404F158F}"/>
              </a:ext>
            </a:extLst>
          </p:cNvPr>
          <p:cNvCxnSpPr>
            <a:cxnSpLocks/>
          </p:cNvCxnSpPr>
          <p:nvPr/>
        </p:nvCxnSpPr>
        <p:spPr>
          <a:xfrm>
            <a:off x="2399434" y="5487318"/>
            <a:ext cx="0" cy="1009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0B5193E-3946-8E89-CB64-2903F0DC3A86}"/>
              </a:ext>
            </a:extLst>
          </p:cNvPr>
          <p:cNvSpPr/>
          <p:nvPr/>
        </p:nvSpPr>
        <p:spPr>
          <a:xfrm>
            <a:off x="1135103" y="5118309"/>
            <a:ext cx="687674" cy="3735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F39F695-11FD-FCCC-169B-37EA94929739}"/>
              </a:ext>
            </a:extLst>
          </p:cNvPr>
          <p:cNvCxnSpPr>
            <a:cxnSpLocks/>
          </p:cNvCxnSpPr>
          <p:nvPr/>
        </p:nvCxnSpPr>
        <p:spPr>
          <a:xfrm>
            <a:off x="558446" y="5501763"/>
            <a:ext cx="0" cy="1005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C1770C8-DF72-21CC-AC81-AD1104493640}"/>
              </a:ext>
            </a:extLst>
          </p:cNvPr>
          <p:cNvSpPr/>
          <p:nvPr/>
        </p:nvSpPr>
        <p:spPr>
          <a:xfrm>
            <a:off x="2066824" y="5113759"/>
            <a:ext cx="687674" cy="3735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VESTICOR cohort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xxx)</a:t>
            </a: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B99638E6-A8CE-200E-029D-B3F9757874DF}"/>
              </a:ext>
            </a:extLst>
          </p:cNvPr>
          <p:cNvCxnSpPr>
            <a:cxnSpLocks/>
            <a:stCxn id="40" idx="2"/>
            <a:endCxn id="37" idx="0"/>
          </p:cNvCxnSpPr>
          <p:nvPr/>
        </p:nvCxnSpPr>
        <p:spPr>
          <a:xfrm>
            <a:off x="1478940" y="5491868"/>
            <a:ext cx="0" cy="10053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59FFFA9-F4D4-62D5-3067-66146135675D}"/>
              </a:ext>
            </a:extLst>
          </p:cNvPr>
          <p:cNvSpPr/>
          <p:nvPr/>
        </p:nvSpPr>
        <p:spPr>
          <a:xfrm>
            <a:off x="1945499" y="5777404"/>
            <a:ext cx="907871" cy="369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pPr algn="ct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ct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3A1C84E7-6BCE-0FCA-85AA-CA26929A634B}"/>
              </a:ext>
            </a:extLst>
          </p:cNvPr>
          <p:cNvSpPr/>
          <p:nvPr/>
        </p:nvSpPr>
        <p:spPr>
          <a:xfrm>
            <a:off x="1025005" y="5777404"/>
            <a:ext cx="907871" cy="369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pPr algn="ct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ct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676CCC39-C5E0-B443-B6BE-C14709AFCC62}"/>
              </a:ext>
            </a:extLst>
          </p:cNvPr>
          <p:cNvSpPr/>
          <p:nvPr/>
        </p:nvSpPr>
        <p:spPr>
          <a:xfrm>
            <a:off x="104511" y="5787299"/>
            <a:ext cx="907871" cy="369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ctr"/>
          <a:lstStyle/>
          <a:p>
            <a:pPr algn="ctr"/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(</a:t>
            </a:r>
            <a:r>
              <a:rPr lang="en-AU" sz="7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  <a:p>
            <a:pPr algn="ctr"/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missing data (</a:t>
            </a:r>
            <a:r>
              <a:rPr lang="en-AU" sz="7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AU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xx)</a:t>
            </a:r>
          </a:p>
        </p:txBody>
      </p:sp>
      <p:pic>
        <p:nvPicPr>
          <p:cNvPr id="1042" name="Image 1041">
            <a:extLst>
              <a:ext uri="{FF2B5EF4-FFF2-40B4-BE49-F238E27FC236}">
                <a16:creationId xmlns:a16="http://schemas.microsoft.com/office/drawing/2014/main" id="{1F911689-3903-1A0A-F368-9766D15D7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092" y="5019860"/>
            <a:ext cx="3797574" cy="1888940"/>
          </a:xfrm>
          <a:prstGeom prst="rect">
            <a:avLst/>
          </a:prstGeom>
        </p:spPr>
      </p:pic>
      <p:sp>
        <p:nvSpPr>
          <p:cNvPr id="1043" name="ZoneTexte 1042">
            <a:extLst>
              <a:ext uri="{FF2B5EF4-FFF2-40B4-BE49-F238E27FC236}">
                <a16:creationId xmlns:a16="http://schemas.microsoft.com/office/drawing/2014/main" id="{1E535F40-A995-EBE9-6D15-F60B9A25F834}"/>
              </a:ext>
            </a:extLst>
          </p:cNvPr>
          <p:cNvSpPr txBox="1"/>
          <p:nvPr/>
        </p:nvSpPr>
        <p:spPr>
          <a:xfrm>
            <a:off x="-57484" y="4906414"/>
            <a:ext cx="3307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a                                                                   b</a:t>
            </a:r>
          </a:p>
        </p:txBody>
      </p:sp>
    </p:spTree>
    <p:extLst>
      <p:ext uri="{BB962C8B-B14F-4D97-AF65-F5344CB8AC3E}">
        <p14:creationId xmlns:p14="http://schemas.microsoft.com/office/powerpoint/2010/main" val="26246181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1955</TotalTime>
  <Words>142</Words>
  <Application>Microsoft Macintosh PowerPoint</Application>
  <PresentationFormat>Format A4 (210 x 297 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Christophe Lopez</dc:creator>
  <cp:lastModifiedBy>Christophe Lopez</cp:lastModifiedBy>
  <cp:revision>31</cp:revision>
  <cp:lastPrinted>2025-01-14T09:37:18Z</cp:lastPrinted>
  <dcterms:created xsi:type="dcterms:W3CDTF">2025-01-10T13:12:30Z</dcterms:created>
  <dcterms:modified xsi:type="dcterms:W3CDTF">2026-08-31T10:24:49Z</dcterms:modified>
</cp:coreProperties>
</file>